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82" r:id="rId3"/>
    <p:sldId id="26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651"/>
    <a:srgbClr val="079418"/>
    <a:srgbClr val="068817"/>
    <a:srgbClr val="74C427"/>
    <a:srgbClr val="007B3B"/>
    <a:srgbClr val="00713A"/>
    <a:srgbClr val="A6C44B"/>
    <a:srgbClr val="8AC4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B72F11-4282-AC41-9E27-EF4F01257A4D}" v="154" dt="2026-07-01T20:19:39.4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showOutlineIcons="0">
    <p:restoredLeft sz="23660" autoAdjust="0"/>
    <p:restoredTop sz="86406" autoAdjust="0"/>
  </p:normalViewPr>
  <p:slideViewPr>
    <p:cSldViewPr snapToGrid="0" snapToObjects="1">
      <p:cViewPr varScale="1">
        <p:scale>
          <a:sx n="133" d="100"/>
          <a:sy n="133" d="100"/>
        </p:scale>
        <p:origin x="232" y="10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chstetler, Jacob" userId="7b3092aa-42da-45f9-a45c-5564b9ef6c85" providerId="ADAL" clId="{CC2BFF4E-AA3D-507E-B1FC-6CAC7626DD0D}"/>
    <pc:docChg chg="undo custSel modSld modMainMaster addSection delSection">
      <pc:chgData name="Hochstetler, Jacob" userId="7b3092aa-42da-45f9-a45c-5564b9ef6c85" providerId="ADAL" clId="{CC2BFF4E-AA3D-507E-B1FC-6CAC7626DD0D}" dt="2026-07-01T20:20:04.297" v="308" actId="478"/>
      <pc:docMkLst>
        <pc:docMk/>
      </pc:docMkLst>
      <pc:sldChg chg="addSp delSp modSp mod chgLayout">
        <pc:chgData name="Hochstetler, Jacob" userId="7b3092aa-42da-45f9-a45c-5564b9ef6c85" providerId="ADAL" clId="{CC2BFF4E-AA3D-507E-B1FC-6CAC7626DD0D}" dt="2026-07-01T20:19:37.546" v="307"/>
        <pc:sldMkLst>
          <pc:docMk/>
          <pc:sldMk cId="3088161601" sldId="256"/>
        </pc:sldMkLst>
        <pc:spChg chg="del">
          <ac:chgData name="Hochstetler, Jacob" userId="7b3092aa-42da-45f9-a45c-5564b9ef6c85" providerId="ADAL" clId="{CC2BFF4E-AA3D-507E-B1FC-6CAC7626DD0D}" dt="2026-07-01T20:10:16.443" v="189" actId="6264"/>
          <ac:spMkLst>
            <pc:docMk/>
            <pc:sldMk cId="3088161601" sldId="256"/>
            <ac:spMk id="2" creationId="{335FE116-BD79-DC8F-A8EC-74AB34720B1F}"/>
          </ac:spMkLst>
        </pc:spChg>
        <pc:spChg chg="mod ord">
          <ac:chgData name="Hochstetler, Jacob" userId="7b3092aa-42da-45f9-a45c-5564b9ef6c85" providerId="ADAL" clId="{CC2BFF4E-AA3D-507E-B1FC-6CAC7626DD0D}" dt="2026-07-01T20:19:37.546" v="307"/>
          <ac:spMkLst>
            <pc:docMk/>
            <pc:sldMk cId="3088161601" sldId="256"/>
            <ac:spMk id="3" creationId="{FE90590E-9480-D6AC-BF49-49F6799238AD}"/>
          </ac:spMkLst>
        </pc:spChg>
        <pc:spChg chg="add del mod">
          <ac:chgData name="Hochstetler, Jacob" userId="7b3092aa-42da-45f9-a45c-5564b9ef6c85" providerId="ADAL" clId="{CC2BFF4E-AA3D-507E-B1FC-6CAC7626DD0D}" dt="2026-07-01T20:10:16.443" v="189" actId="6264"/>
          <ac:spMkLst>
            <pc:docMk/>
            <pc:sldMk cId="3088161601" sldId="256"/>
            <ac:spMk id="4" creationId="{94B0DBB4-9F54-CE78-76B9-E3AA6AA0BF0C}"/>
          </ac:spMkLst>
        </pc:spChg>
        <pc:spChg chg="add del mod">
          <ac:chgData name="Hochstetler, Jacob" userId="7b3092aa-42da-45f9-a45c-5564b9ef6c85" providerId="ADAL" clId="{CC2BFF4E-AA3D-507E-B1FC-6CAC7626DD0D}" dt="2026-07-01T20:10:16.443" v="189" actId="6264"/>
          <ac:spMkLst>
            <pc:docMk/>
            <pc:sldMk cId="3088161601" sldId="256"/>
            <ac:spMk id="5" creationId="{E21996C6-C2BE-7570-114D-6CF18FC1807D}"/>
          </ac:spMkLst>
        </pc:spChg>
        <pc:spChg chg="add del mod ord">
          <ac:chgData name="Hochstetler, Jacob" userId="7b3092aa-42da-45f9-a45c-5564b9ef6c85" providerId="ADAL" clId="{CC2BFF4E-AA3D-507E-B1FC-6CAC7626DD0D}" dt="2026-07-01T20:10:32.217" v="195" actId="6264"/>
          <ac:spMkLst>
            <pc:docMk/>
            <pc:sldMk cId="3088161601" sldId="256"/>
            <ac:spMk id="6" creationId="{93B8B751-ED7F-4629-2141-6B880DB6A6B9}"/>
          </ac:spMkLst>
        </pc:spChg>
        <pc:spChg chg="add del mod">
          <ac:chgData name="Hochstetler, Jacob" userId="7b3092aa-42da-45f9-a45c-5564b9ef6c85" providerId="ADAL" clId="{CC2BFF4E-AA3D-507E-B1FC-6CAC7626DD0D}" dt="2026-07-01T20:10:29.929" v="194" actId="478"/>
          <ac:spMkLst>
            <pc:docMk/>
            <pc:sldMk cId="3088161601" sldId="256"/>
            <ac:spMk id="8" creationId="{A7AC4153-39A4-6D17-CD6E-067CA98DC515}"/>
          </ac:spMkLst>
        </pc:spChg>
        <pc:spChg chg="add mod">
          <ac:chgData name="Hochstetler, Jacob" userId="7b3092aa-42da-45f9-a45c-5564b9ef6c85" providerId="ADAL" clId="{CC2BFF4E-AA3D-507E-B1FC-6CAC7626DD0D}" dt="2026-07-01T20:10:28.093" v="193" actId="767"/>
          <ac:spMkLst>
            <pc:docMk/>
            <pc:sldMk cId="3088161601" sldId="256"/>
            <ac:spMk id="9" creationId="{CFDEE82E-4BB8-3A01-E4E2-811032F48DD7}"/>
          </ac:spMkLst>
        </pc:spChg>
        <pc:spChg chg="del mod ord">
          <ac:chgData name="Hochstetler, Jacob" userId="7b3092aa-42da-45f9-a45c-5564b9ef6c85" providerId="ADAL" clId="{CC2BFF4E-AA3D-507E-B1FC-6CAC7626DD0D}" dt="2026-07-01T20:10:21.033" v="191" actId="478"/>
          <ac:spMkLst>
            <pc:docMk/>
            <pc:sldMk cId="3088161601" sldId="256"/>
            <ac:spMk id="10" creationId="{9F5A9FDE-E9C9-EC40-9ACD-E0B75041F0CA}"/>
          </ac:spMkLst>
        </pc:spChg>
        <pc:spChg chg="add del mod">
          <ac:chgData name="Hochstetler, Jacob" userId="7b3092aa-42da-45f9-a45c-5564b9ef6c85" providerId="ADAL" clId="{CC2BFF4E-AA3D-507E-B1FC-6CAC7626DD0D}" dt="2026-07-01T20:10:32.217" v="195" actId="6264"/>
          <ac:spMkLst>
            <pc:docMk/>
            <pc:sldMk cId="3088161601" sldId="256"/>
            <ac:spMk id="11" creationId="{84B24A7B-F2CF-F218-8D47-75D16E670D28}"/>
          </ac:spMkLst>
        </pc:spChg>
        <pc:spChg chg="add del mod ord">
          <ac:chgData name="Hochstetler, Jacob" userId="7b3092aa-42da-45f9-a45c-5564b9ef6c85" providerId="ADAL" clId="{CC2BFF4E-AA3D-507E-B1FC-6CAC7626DD0D}" dt="2026-07-01T20:13:16.350" v="202" actId="6264"/>
          <ac:spMkLst>
            <pc:docMk/>
            <pc:sldMk cId="3088161601" sldId="256"/>
            <ac:spMk id="12" creationId="{3C5B9BAA-33BD-B714-6D4D-114E760227B1}"/>
          </ac:spMkLst>
        </pc:spChg>
        <pc:spChg chg="add del mod ord">
          <ac:chgData name="Hochstetler, Jacob" userId="7b3092aa-42da-45f9-a45c-5564b9ef6c85" providerId="ADAL" clId="{CC2BFF4E-AA3D-507E-B1FC-6CAC7626DD0D}" dt="2026-07-01T20:13:16.350" v="202" actId="6264"/>
          <ac:spMkLst>
            <pc:docMk/>
            <pc:sldMk cId="3088161601" sldId="256"/>
            <ac:spMk id="13" creationId="{9A1CC67D-463A-020D-A22A-36254DE7EB77}"/>
          </ac:spMkLst>
        </pc:spChg>
        <pc:spChg chg="add del mod">
          <ac:chgData name="Hochstetler, Jacob" userId="7b3092aa-42da-45f9-a45c-5564b9ef6c85" providerId="ADAL" clId="{CC2BFF4E-AA3D-507E-B1FC-6CAC7626DD0D}" dt="2026-07-01T20:13:16.350" v="202" actId="6264"/>
          <ac:spMkLst>
            <pc:docMk/>
            <pc:sldMk cId="3088161601" sldId="256"/>
            <ac:spMk id="14" creationId="{8BBAFF44-7970-DCD4-2B4C-BC5C59424AA5}"/>
          </ac:spMkLst>
        </pc:spChg>
        <pc:spChg chg="add del mod ord">
          <ac:chgData name="Hochstetler, Jacob" userId="7b3092aa-42da-45f9-a45c-5564b9ef6c85" providerId="ADAL" clId="{CC2BFF4E-AA3D-507E-B1FC-6CAC7626DD0D}" dt="2026-07-01T20:14:25.397" v="205" actId="6264"/>
          <ac:spMkLst>
            <pc:docMk/>
            <pc:sldMk cId="3088161601" sldId="256"/>
            <ac:spMk id="15" creationId="{60DBA268-F2B0-D01F-2063-42163B5B0273}"/>
          </ac:spMkLst>
        </pc:spChg>
        <pc:spChg chg="add del mod ord">
          <ac:chgData name="Hochstetler, Jacob" userId="7b3092aa-42da-45f9-a45c-5564b9ef6c85" providerId="ADAL" clId="{CC2BFF4E-AA3D-507E-B1FC-6CAC7626DD0D}" dt="2026-07-01T20:14:25.397" v="205" actId="6264"/>
          <ac:spMkLst>
            <pc:docMk/>
            <pc:sldMk cId="3088161601" sldId="256"/>
            <ac:spMk id="16" creationId="{F3E1CD34-F1E2-B487-A058-61232A591E9F}"/>
          </ac:spMkLst>
        </pc:spChg>
        <pc:spChg chg="add mod">
          <ac:chgData name="Hochstetler, Jacob" userId="7b3092aa-42da-45f9-a45c-5564b9ef6c85" providerId="ADAL" clId="{CC2BFF4E-AA3D-507E-B1FC-6CAC7626DD0D}" dt="2026-07-01T20:14:20.535" v="204" actId="767"/>
          <ac:spMkLst>
            <pc:docMk/>
            <pc:sldMk cId="3088161601" sldId="256"/>
            <ac:spMk id="17" creationId="{45C81B31-5B42-B0BA-42E7-69E1C04D65A4}"/>
          </ac:spMkLst>
        </pc:spChg>
        <pc:spChg chg="add del mod">
          <ac:chgData name="Hochstetler, Jacob" userId="7b3092aa-42da-45f9-a45c-5564b9ef6c85" providerId="ADAL" clId="{CC2BFF4E-AA3D-507E-B1FC-6CAC7626DD0D}" dt="2026-07-01T20:14:25.397" v="205" actId="6264"/>
          <ac:spMkLst>
            <pc:docMk/>
            <pc:sldMk cId="3088161601" sldId="256"/>
            <ac:spMk id="18" creationId="{138AAAD9-ECBD-1992-F3BA-531560558032}"/>
          </ac:spMkLst>
        </pc:spChg>
        <pc:spChg chg="add mod ord">
          <ac:chgData name="Hochstetler, Jacob" userId="7b3092aa-42da-45f9-a45c-5564b9ef6c85" providerId="ADAL" clId="{CC2BFF4E-AA3D-507E-B1FC-6CAC7626DD0D}" dt="2026-07-01T20:19:21.080" v="306" actId="13244"/>
          <ac:spMkLst>
            <pc:docMk/>
            <pc:sldMk cId="3088161601" sldId="256"/>
            <ac:spMk id="19" creationId="{5C34E5E3-CEF4-CB1E-AD50-74AA3EC1565D}"/>
          </ac:spMkLst>
        </pc:spChg>
        <pc:spChg chg="add mod ord">
          <ac:chgData name="Hochstetler, Jacob" userId="7b3092aa-42da-45f9-a45c-5564b9ef6c85" providerId="ADAL" clId="{CC2BFF4E-AA3D-507E-B1FC-6CAC7626DD0D}" dt="2026-07-01T20:19:15.595" v="305" actId="13244"/>
          <ac:spMkLst>
            <pc:docMk/>
            <pc:sldMk cId="3088161601" sldId="256"/>
            <ac:spMk id="20" creationId="{7C1FCE4D-A7CC-58E5-F12D-77D92216FACA}"/>
          </ac:spMkLst>
        </pc:spChg>
        <pc:spChg chg="add mod">
          <ac:chgData name="Hochstetler, Jacob" userId="7b3092aa-42da-45f9-a45c-5564b9ef6c85" providerId="ADAL" clId="{CC2BFF4E-AA3D-507E-B1FC-6CAC7626DD0D}" dt="2026-07-01T20:17:54.192" v="259" actId="767"/>
          <ac:spMkLst>
            <pc:docMk/>
            <pc:sldMk cId="3088161601" sldId="256"/>
            <ac:spMk id="21" creationId="{E559D771-DA6D-3F22-B707-9CA5142F24D7}"/>
          </ac:spMkLst>
        </pc:spChg>
      </pc:sldChg>
      <pc:sldChg chg="modSp">
        <pc:chgData name="Hochstetler, Jacob" userId="7b3092aa-42da-45f9-a45c-5564b9ef6c85" providerId="ADAL" clId="{CC2BFF4E-AA3D-507E-B1FC-6CAC7626DD0D}" dt="2026-07-01T13:46:58.858" v="25" actId="13244"/>
        <pc:sldMkLst>
          <pc:docMk/>
          <pc:sldMk cId="2161850691" sldId="269"/>
        </pc:sldMkLst>
        <pc:spChg chg="mod">
          <ac:chgData name="Hochstetler, Jacob" userId="7b3092aa-42da-45f9-a45c-5564b9ef6c85" providerId="ADAL" clId="{CC2BFF4E-AA3D-507E-B1FC-6CAC7626DD0D}" dt="2026-07-01T13:46:37.812" v="23" actId="20577"/>
          <ac:spMkLst>
            <pc:docMk/>
            <pc:sldMk cId="2161850691" sldId="269"/>
            <ac:spMk id="5" creationId="{2F76A2A9-483B-FC56-BB52-1E6E204E72B2}"/>
          </ac:spMkLst>
        </pc:spChg>
        <pc:spChg chg="mod">
          <ac:chgData name="Hochstetler, Jacob" userId="7b3092aa-42da-45f9-a45c-5564b9ef6c85" providerId="ADAL" clId="{CC2BFF4E-AA3D-507E-B1FC-6CAC7626DD0D}" dt="2026-07-01T13:46:58.858" v="25" actId="13244"/>
          <ac:spMkLst>
            <pc:docMk/>
            <pc:sldMk cId="2161850691" sldId="269"/>
            <ac:spMk id="6" creationId="{37962287-FA7C-C8FD-5531-68A2FFAD38FD}"/>
          </ac:spMkLst>
        </pc:spChg>
      </pc:sldChg>
      <pc:sldChg chg="modSp">
        <pc:chgData name="Hochstetler, Jacob" userId="7b3092aa-42da-45f9-a45c-5564b9ef6c85" providerId="ADAL" clId="{CC2BFF4E-AA3D-507E-B1FC-6CAC7626DD0D}" dt="2026-07-01T13:46:45.799" v="24" actId="13244"/>
        <pc:sldMkLst>
          <pc:docMk/>
          <pc:sldMk cId="147381059" sldId="282"/>
        </pc:sldMkLst>
        <pc:spChg chg="mod">
          <ac:chgData name="Hochstetler, Jacob" userId="7b3092aa-42da-45f9-a45c-5564b9ef6c85" providerId="ADAL" clId="{CC2BFF4E-AA3D-507E-B1FC-6CAC7626DD0D}" dt="2026-07-01T13:46:24.260" v="8" actId="20577"/>
          <ac:spMkLst>
            <pc:docMk/>
            <pc:sldMk cId="147381059" sldId="282"/>
            <ac:spMk id="11" creationId="{77BAD118-211A-F293-3AA9-B6C57E74F7C7}"/>
          </ac:spMkLst>
        </pc:spChg>
        <pc:spChg chg="mod">
          <ac:chgData name="Hochstetler, Jacob" userId="7b3092aa-42da-45f9-a45c-5564b9ef6c85" providerId="ADAL" clId="{CC2BFF4E-AA3D-507E-B1FC-6CAC7626DD0D}" dt="2026-07-01T13:46:45.799" v="24" actId="13244"/>
          <ac:spMkLst>
            <pc:docMk/>
            <pc:sldMk cId="147381059" sldId="282"/>
            <ac:spMk id="12" creationId="{444F1713-7256-C24F-326F-748B2D04E93E}"/>
          </ac:spMkLst>
        </pc:spChg>
      </pc:sldChg>
      <pc:sldMasterChg chg="modSldLayout">
        <pc:chgData name="Hochstetler, Jacob" userId="7b3092aa-42da-45f9-a45c-5564b9ef6c85" providerId="ADAL" clId="{CC2BFF4E-AA3D-507E-B1FC-6CAC7626DD0D}" dt="2026-07-01T20:20:04.297" v="308" actId="478"/>
        <pc:sldMasterMkLst>
          <pc:docMk/>
          <pc:sldMasterMk cId="789863526" sldId="2147483648"/>
        </pc:sldMasterMkLst>
        <pc:sldLayoutChg chg="modSp mod setBg">
          <pc:chgData name="Hochstetler, Jacob" userId="7b3092aa-42da-45f9-a45c-5564b9ef6c85" providerId="ADAL" clId="{CC2BFF4E-AA3D-507E-B1FC-6CAC7626DD0D}" dt="2026-07-01T13:50:48.598" v="132"/>
          <pc:sldLayoutMkLst>
            <pc:docMk/>
            <pc:sldMasterMk cId="789863526" sldId="2147483648"/>
            <pc:sldLayoutMk cId="3972498830" sldId="2147483660"/>
          </pc:sldLayoutMkLst>
          <pc:spChg chg="mod">
            <ac:chgData name="Hochstetler, Jacob" userId="7b3092aa-42da-45f9-a45c-5564b9ef6c85" providerId="ADAL" clId="{CC2BFF4E-AA3D-507E-B1FC-6CAC7626DD0D}" dt="2026-07-01T13:49:36.662" v="129" actId="12"/>
            <ac:spMkLst>
              <pc:docMk/>
              <pc:sldMasterMk cId="789863526" sldId="2147483648"/>
              <pc:sldLayoutMk cId="3972498830" sldId="2147483660"/>
              <ac:spMk id="4" creationId="{219EDF51-7178-884E-AA56-09093B00B714}"/>
            </ac:spMkLst>
          </pc:spChg>
          <pc:spChg chg="mod">
            <ac:chgData name="Hochstetler, Jacob" userId="7b3092aa-42da-45f9-a45c-5564b9ef6c85" providerId="ADAL" clId="{CC2BFF4E-AA3D-507E-B1FC-6CAC7626DD0D}" dt="2026-07-01T13:49:19.457" v="121" actId="20577"/>
            <ac:spMkLst>
              <pc:docMk/>
              <pc:sldMasterMk cId="789863526" sldId="2147483648"/>
              <pc:sldLayoutMk cId="3972498830" sldId="2147483660"/>
              <ac:spMk id="9" creationId="{83C91CA3-875B-383F-DEFD-B757663773A1}"/>
            </ac:spMkLst>
          </pc:spChg>
        </pc:sldLayoutChg>
        <pc:sldLayoutChg chg="addSp delSp modSp mod">
          <pc:chgData name="Hochstetler, Jacob" userId="7b3092aa-42da-45f9-a45c-5564b9ef6c85" providerId="ADAL" clId="{CC2BFF4E-AA3D-507E-B1FC-6CAC7626DD0D}" dt="2026-07-01T20:20:04.297" v="308" actId="478"/>
          <pc:sldLayoutMkLst>
            <pc:docMk/>
            <pc:sldMasterMk cId="789863526" sldId="2147483648"/>
            <pc:sldLayoutMk cId="1060892467" sldId="2147483662"/>
          </pc:sldLayoutMkLst>
          <pc:spChg chg="add del mod">
            <ac:chgData name="Hochstetler, Jacob" userId="7b3092aa-42da-45f9-a45c-5564b9ef6c85" providerId="ADAL" clId="{CC2BFF4E-AA3D-507E-B1FC-6CAC7626DD0D}" dt="2026-07-01T20:14:55.269" v="208" actId="478"/>
            <ac:spMkLst>
              <pc:docMk/>
              <pc:sldMasterMk cId="789863526" sldId="2147483648"/>
              <pc:sldLayoutMk cId="1060892467" sldId="2147483662"/>
              <ac:spMk id="2" creationId="{230E26CE-5977-5334-2F82-506C8AA4AD9C}"/>
            </ac:spMkLst>
          </pc:spChg>
          <pc:spChg chg="mod">
            <ac:chgData name="Hochstetler, Jacob" userId="7b3092aa-42da-45f9-a45c-5564b9ef6c85" providerId="ADAL" clId="{CC2BFF4E-AA3D-507E-B1FC-6CAC7626DD0D}" dt="2026-07-01T20:14:46.049" v="206" actId="167"/>
            <ac:spMkLst>
              <pc:docMk/>
              <pc:sldMasterMk cId="789863526" sldId="2147483648"/>
              <pc:sldLayoutMk cId="1060892467" sldId="2147483662"/>
              <ac:spMk id="4" creationId="{AE4420B5-BFBE-C945-8EC7-1C16E0BF8316}"/>
            </ac:spMkLst>
          </pc:spChg>
          <pc:spChg chg="add del mod">
            <ac:chgData name="Hochstetler, Jacob" userId="7b3092aa-42da-45f9-a45c-5564b9ef6c85" providerId="ADAL" clId="{CC2BFF4E-AA3D-507E-B1FC-6CAC7626DD0D}" dt="2026-07-01T20:15:58.091" v="231" actId="478"/>
            <ac:spMkLst>
              <pc:docMk/>
              <pc:sldMasterMk cId="789863526" sldId="2147483648"/>
              <pc:sldLayoutMk cId="1060892467" sldId="2147483662"/>
              <ac:spMk id="7" creationId="{17639A88-8669-CCF0-C9F4-023EFEE30404}"/>
            </ac:spMkLst>
          </pc:spChg>
          <pc:spChg chg="add del">
            <ac:chgData name="Hochstetler, Jacob" userId="7b3092aa-42da-45f9-a45c-5564b9ef6c85" providerId="ADAL" clId="{CC2BFF4E-AA3D-507E-B1FC-6CAC7626DD0D}" dt="2026-07-01T20:16:35.894" v="232" actId="11529"/>
            <ac:spMkLst>
              <pc:docMk/>
              <pc:sldMasterMk cId="789863526" sldId="2147483648"/>
              <pc:sldLayoutMk cId="1060892467" sldId="2147483662"/>
              <ac:spMk id="8" creationId="{2E80FB53-C541-C72B-66DE-40CC4AD9C520}"/>
            </ac:spMkLst>
          </pc:spChg>
          <pc:spChg chg="add del mod">
            <ac:chgData name="Hochstetler, Jacob" userId="7b3092aa-42da-45f9-a45c-5564b9ef6c85" providerId="ADAL" clId="{CC2BFF4E-AA3D-507E-B1FC-6CAC7626DD0D}" dt="2026-07-01T20:20:04.297" v="308" actId="478"/>
            <ac:spMkLst>
              <pc:docMk/>
              <pc:sldMasterMk cId="789863526" sldId="2147483648"/>
              <pc:sldLayoutMk cId="1060892467" sldId="2147483662"/>
              <ac:spMk id="10" creationId="{4F85EBEA-B2B6-6D39-8135-7DEC76E43E10}"/>
            </ac:spMkLst>
          </pc:spChg>
          <pc:spChg chg="mod">
            <ac:chgData name="Hochstetler, Jacob" userId="7b3092aa-42da-45f9-a45c-5564b9ef6c85" providerId="ADAL" clId="{CC2BFF4E-AA3D-507E-B1FC-6CAC7626DD0D}" dt="2026-07-01T20:09:36.505" v="176" actId="14100"/>
            <ac:spMkLst>
              <pc:docMk/>
              <pc:sldMasterMk cId="789863526" sldId="2147483648"/>
              <pc:sldLayoutMk cId="1060892467" sldId="2147483662"/>
              <ac:spMk id="11" creationId="{E729FA7F-954C-24DC-62EB-7F63508128EA}"/>
            </ac:spMkLst>
          </pc:spChg>
          <pc:spChg chg="mod">
            <ac:chgData name="Hochstetler, Jacob" userId="7b3092aa-42da-45f9-a45c-5564b9ef6c85" providerId="ADAL" clId="{CC2BFF4E-AA3D-507E-B1FC-6CAC7626DD0D}" dt="2026-07-01T20:17:28.086" v="255" actId="14100"/>
            <ac:spMkLst>
              <pc:docMk/>
              <pc:sldMasterMk cId="789863526" sldId="2147483648"/>
              <pc:sldLayoutMk cId="1060892467" sldId="2147483662"/>
              <ac:spMk id="12" creationId="{57D1105B-B479-0EEB-3F01-7A2099EBF8A4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FBDEF-DBFC-FC49-871A-C99ABD2FA271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71A71-8406-BB41-B862-A13FED6BF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9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71A71-8406-BB41-B862-A13FED6BFB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65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71A71-8406-BB41-B862-A13FED6BFB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26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4420B5-BFBE-C945-8EC7-1C16E0BF8316}"/>
              </a:ext>
            </a:extLst>
          </p:cNvPr>
          <p:cNvSpPr/>
          <p:nvPr userDrawn="1"/>
        </p:nvSpPr>
        <p:spPr>
          <a:xfrm>
            <a:off x="0" y="0"/>
            <a:ext cx="12192000" cy="5625296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056F18-D9B3-4242-AC37-67089957F6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1280" y="5764882"/>
            <a:ext cx="1623487" cy="74930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BEA7A0C-8221-EF49-AA90-5E7592972877}"/>
              </a:ext>
            </a:extLst>
          </p:cNvPr>
          <p:cNvSpPr/>
          <p:nvPr userDrawn="1"/>
        </p:nvSpPr>
        <p:spPr>
          <a:xfrm>
            <a:off x="4527963" y="462521"/>
            <a:ext cx="3237181" cy="323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6D9B12-33CC-DD40-8560-5D67BDC6AE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73961" y="1447607"/>
            <a:ext cx="2745184" cy="1267007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7491E67-242D-347C-7CD1-F831480AAC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5625296"/>
            <a:ext cx="12192000" cy="12241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Professor Name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729FA7F-954C-24DC-62EB-7F63508128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908376"/>
            <a:ext cx="12192000" cy="71691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7D1105B-B479-0EEB-3F01-7A2099EBF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874022"/>
            <a:ext cx="12192000" cy="542599"/>
          </a:xfrm>
          <a:prstGeom prst="rect">
            <a:avLst/>
          </a:prstGeom>
        </p:spPr>
        <p:txBody>
          <a:bodyPr anchor="ctr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Course Name</a:t>
            </a:r>
          </a:p>
        </p:txBody>
      </p:sp>
    </p:spTree>
    <p:extLst>
      <p:ext uri="{BB962C8B-B14F-4D97-AF65-F5344CB8AC3E}">
        <p14:creationId xmlns:p14="http://schemas.microsoft.com/office/powerpoint/2010/main" val="106089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164D18-EBA8-B449-93DE-6FA11B22F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34009" y="2954622"/>
            <a:ext cx="608650" cy="6723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21E202-1405-0748-AC07-4F6849EB57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34009" y="881530"/>
            <a:ext cx="5157991" cy="47734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5E9DAF-B38C-D64D-9225-8B1B71E6010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41280" y="5760720"/>
            <a:ext cx="1623487" cy="74930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BE2702B-97BB-5BAE-33F8-DF26C68CDD27}"/>
              </a:ext>
            </a:extLst>
          </p:cNvPr>
          <p:cNvCxnSpPr/>
          <p:nvPr userDrawn="1"/>
        </p:nvCxnSpPr>
        <p:spPr>
          <a:xfrm>
            <a:off x="0" y="881530"/>
            <a:ext cx="12192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D64AE96-119F-290A-29F4-2F75B839448E}"/>
              </a:ext>
            </a:extLst>
          </p:cNvPr>
          <p:cNvSpPr/>
          <p:nvPr userDrawn="1"/>
        </p:nvSpPr>
        <p:spPr>
          <a:xfrm>
            <a:off x="0" y="881530"/>
            <a:ext cx="7034009" cy="4773462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91C715-DE18-9745-6E5B-E040354C5F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3173" y="1091622"/>
            <a:ext cx="6226922" cy="4352903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Item 1</a:t>
            </a:r>
          </a:p>
          <a:p>
            <a:pPr lvl="0"/>
            <a:r>
              <a:rPr lang="en-US" dirty="0"/>
              <a:t>Item 2</a:t>
            </a:r>
          </a:p>
          <a:p>
            <a:pPr lvl="0"/>
            <a:r>
              <a:rPr lang="en-US" dirty="0"/>
              <a:t>Item 3</a:t>
            </a:r>
          </a:p>
          <a:p>
            <a:pPr lvl="0"/>
            <a:r>
              <a:rPr lang="en-US" dirty="0"/>
              <a:t>Item 4</a:t>
            </a:r>
          </a:p>
          <a:p>
            <a:pPr lvl="0"/>
            <a:r>
              <a:rPr lang="en-US" dirty="0"/>
              <a:t>…</a:t>
            </a:r>
          </a:p>
          <a:p>
            <a:pPr lvl="0"/>
            <a:r>
              <a:rPr lang="en-US" dirty="0"/>
              <a:t>Item 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39A3E1-4740-2E5E-AEE2-0F792EA4CA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3173" y="1"/>
            <a:ext cx="11838827" cy="88115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053265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EDF51-7178-884E-AA56-09093B00B7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3171" y="1278968"/>
            <a:ext cx="11511595" cy="440465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Char char="•"/>
              <a:defRPr sz="3600"/>
            </a:lvl1pPr>
          </a:lstStyle>
          <a:p>
            <a:pPr lvl="0"/>
            <a:r>
              <a:rPr lang="en-US" dirty="0"/>
              <a:t>Slide Content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0A01C-B0B6-DA4E-9AFD-196CB47035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1280" y="5760720"/>
            <a:ext cx="1623487" cy="74930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A647F2-D646-8611-2552-429E87ECD02B}"/>
              </a:ext>
            </a:extLst>
          </p:cNvPr>
          <p:cNvCxnSpPr/>
          <p:nvPr userDrawn="1"/>
        </p:nvCxnSpPr>
        <p:spPr>
          <a:xfrm>
            <a:off x="0" y="881530"/>
            <a:ext cx="12192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83C91CA3-875B-383F-DEFD-B75766377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3171" y="1"/>
            <a:ext cx="11511596" cy="881524"/>
          </a:xfrm>
          <a:prstGeom prst="rect">
            <a:avLst/>
          </a:prstGeom>
        </p:spPr>
        <p:txBody>
          <a:bodyPr anchor="ctr"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972498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863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9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C34E5E3-CEF4-CB1E-AD50-74AA3EC15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88838"/>
            <a:ext cx="12192000" cy="636458"/>
          </a:xfrm>
        </p:spPr>
        <p:txBody>
          <a:bodyPr/>
          <a:lstStyle/>
          <a:p>
            <a:r>
              <a:rPr lang="en-US" sz="4400" dirty="0"/>
              <a:t>Module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0590E-9480-D6AC-BF49-49F6799238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774113"/>
            <a:ext cx="12192000" cy="715963"/>
          </a:xfrm>
        </p:spPr>
        <p:txBody>
          <a:bodyPr/>
          <a:lstStyle/>
          <a:p>
            <a:r>
              <a:rPr lang="en-US" sz="3200" dirty="0"/>
              <a:t>Course Name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C1FCE4D-A7CC-58E5-F12D-77D92216FA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61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BAD118-211A-F293-3AA9-B6C57E74F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44F1713-7256-C24F-326F-748B2D04E9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3303</TotalTime>
  <Words>9</Words>
  <Application>Microsoft Macintosh PowerPoint</Application>
  <PresentationFormat>Widescreen</PresentationFormat>
  <Paragraphs>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Module Title</vt:lpstr>
      <vt:lpstr>Agenda</vt:lpstr>
      <vt:lpstr>Slide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Davis, Clayton</dc:creator>
  <cp:lastModifiedBy>Hochstetler, Jacob</cp:lastModifiedBy>
  <cp:revision>46</cp:revision>
  <cp:lastPrinted>2019-10-14T17:08:08Z</cp:lastPrinted>
  <dcterms:created xsi:type="dcterms:W3CDTF">2019-07-08T18:39:15Z</dcterms:created>
  <dcterms:modified xsi:type="dcterms:W3CDTF">2026-07-01T20:20:05Z</dcterms:modified>
</cp:coreProperties>
</file>